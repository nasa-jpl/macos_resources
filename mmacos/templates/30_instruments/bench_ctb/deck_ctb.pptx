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apodized-pupil Lyot design is a thousand times deeper than the hard edge; the vortex trades depth for three times the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02280"/>
          <a:ext cx="5806438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6.4×10⁻⁶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10882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finding: an ideal vortex mask (a spiral phase; even winding number) on an unobstructed pupil sends the starlight outside the pupil entirely, so the Lyot stop opens to 90% — 3.2× the throughput of the earlier configuration (which had left the apodizer in and the Lyot undersized, and saw only a fraction of the effect).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phase masks are shallow here by physics, not by defect: both need their matched entrance-pupil apodizer to go deep, which is recorded in the mask builders.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510" y="1298448"/>
            <a:ext cx="507753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0314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 — lower-right is better; the apodized-pupil Lyot stands three decades below the hard edge.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62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 mirror surfaces. Add measured-quality surface error maps to each of the eight parabolas — random roughness with realistic spatial statistics — so the model scatters light the way real optics do.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Deeper control. The native loop is delivered (slide 8); next come re-measuring the control matrix around the corrected state, image-based field estimation (pairwise probing), and driving the same DMs with FALCO, the community's standard wavefront-control software — the hybrid Lyot mask enters there, since its design comes from that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Motion over time. Apply alignment drifts as a time series and report contrast versus time — how long the dark zone survives between corrections, now measurable against the delivered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Polarized light. Propagate the two polarization components separately, with the phase and amplitude changes each mirror coating imposes; polarization sets the contrast floor no deformable mirror can correct.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1726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95" y="1298448"/>
            <a:ext cx="3653808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0384" y="1298448"/>
            <a:ext cx="3855791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