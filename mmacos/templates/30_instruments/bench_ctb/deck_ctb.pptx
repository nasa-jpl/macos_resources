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Coronagraph Testbed Model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End-to-end diffraction on an all-reflective testbed — eight off-axis parabolas, two deformable mirrors — validated against PROPER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25 August 2026. Model + drivers: MACOS_resources dev-candidate, mmacos/templates/30_instruments/bench_ctb (committed, with status record).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diffraction layer, complete and validated: propagation prescriptions cross-checked against PROPER, dark-zone contrast with the standard mask families head-to-head, an off-axis companion, finite bandpass, a hand-off package an external PROPER user runs with no macos — and now the two deformable mirrors closing a wavefront-control loop on the model itself, digging the dark zone 36× below the static coronagraph.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 — The bench and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prescriptions, one physical train; every mask plane bracketed by its own exit-pupil reference sphere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bench: 8 off-axis parabolas, 2 deformable mirrors (DM1 is the aperture stop), apodizer and Lyot at pupil images, focal-plane mask and field stop at focus images, camera (FPA) at the final focus. Geometrically diffraction-limited (0.0014 λ).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propagation prescriptions share the physical optics: a compact model (31 elements — one plane-to-plane leg DM1→DM2, a four-surface mask block at each focus, far-field to the FPA) and a full surface-to-surface model (44 elements — every inter-optic leg propagated).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four-surface mask block does the work: flat return at the mask plane, exit-pupil sphere carrying the first half-propagation, the mask plane carrying the second half, and the same sphere again — both sphere distances identical to all digits, which is exactly the condition that makes the block transparent when no mask is applied.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prescriptions load pre-aligned and produce a centered point image; chief-ray intersections match the geometric bench to 10⁻¹³ at every optic.</a:t>
            </a:r>
          </a:p>
        </p:txBody>
      </p:sp>
      <p:pic>
        <p:nvPicPr>
          <p:cNvPr id="5" name="Picture 4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3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0633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model, fold plane: source through eight off-axis parabolas to the FPA; mask stations ringed on the beam.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371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Masks (apodizer, focal-plane mask, Lyot, field stop) are applied in MATLAB by multiplying the propagated complex field at the passive mask planes — the prescription carries the propagation, the script carries the masks.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2 — Validation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new propagation step reproduces PROPER exactly; the two models differ only where their fidelity differs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propagation step this chain rests on that the earlier PROPER campaign never tested — the through-focus half-propagation from the exit-pupil sphere to the mask plane — was cross-checked against MATLAB PROPER at matched sampling: focal-plane pixel pitch ratio 1.0000, peak-normalized correlation 1.000000, centroid offset 0.000 px.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half-propagation pair round-trips to machine precision when no mask is applied (the sphere-distance identity), and the focal-grid pitch the engine reports now matches the deterministic value λR/(N·dx) to ratio 1.0000 — an earlier inconsistent pitch reading traced to the superseded block construction, not the engine.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wrong number found and fixed: the compact prescription's DM1→DM2 leg propagated 400 mm where the mirror spacing is 500 mm, with its end plane on the wrong side of DM1. The prescription generator flagged it; two independent fixes (lifting the full model's values) agree to every digit. Every figure and number here is from the corrected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Compact vs full: bare point images agree to 0.9989 correlation with encircled energy within 0.3% (unchanged by the fix); with the coronagraph in, the suppression gap narrowed from 2.6× to 1.76× — the remaining gap is the mirror-to-mirror diffraction the compact model omits. PROPER remains the arbiter for both.</a:t>
            </a:r>
          </a:p>
        </p:txBody>
      </p:sp>
      <p:pic>
        <p:nvPicPr>
          <p:cNvPr id="5" name="Picture 4" descr="ctb_proper_compare_f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97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1456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through-focus leg, MACOS beside PROPER at matched sampling: identical pitch, correlation 1.000000.</a:t>
            </a:r>
          </a:p>
        </p:txBody>
      </p:sp>
      <p:pic>
        <p:nvPicPr>
          <p:cNvPr id="7" name="Picture 6" descr="ctb_coro_compare_co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39" y="3345346"/>
            <a:ext cx="7608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8110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 with the coronagraph in: occulted core, Lyot rejection, suppressed FPA.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3 — Coronagraph performance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half-pixel centering fix, 4× finer sampling, and a mask sweep bought 16× in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Centering: the mask builders sat half a pixel off the propagation's focus pixel — every occulter leaked asymmetrically. Fixed (shared mask builders centered on the focus pixel); the vortex, most sensitive to a decentered core, gained the most.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Sampling: the FPA grid moved from 2.0 to 4.0 px per λ/D (model size 1024; the pupil grid is unchanged — zero-padding only), resolving clean symmetric rings.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Mask sweep over the ranges the literature uses (occulter 1–3 λ/D, Lyot 75–90%): pure contrast pushes to the sweep edges, so throughput is recorded beside contrast. A widened sweep found a robust interior null at occulter = 2.70 λ/D — a diffraction resonance of this bench, persisting at both samplings — with Lyot 0.50 as the shipped default (25% throughput; the Lyot radius sets the throughput).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Net: dark-zone mean contrast 4.6×10⁻⁶ → 2.9×10⁻⁷ (~16×); suppressed FPA peak 1.9×10⁻⁵ → 1.4×10⁻⁶. Deeper suppression takes shaped masks: the families on slide 5 reach three decades further.</a:t>
            </a:r>
          </a:p>
        </p:txBody>
      </p:sp>
      <p:pic>
        <p:nvPicPr>
          <p:cNvPr id="5" name="Picture 4" descr="ctb_optimiz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07" y="1298448"/>
            <a:ext cx="1990144" cy="1663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799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mask sweep: contrast against occulter and Lyot radius, with the isolated 2.70 λ/D null.</a:t>
            </a:r>
          </a:p>
        </p:txBody>
      </p:sp>
      <p:pic>
        <p:nvPicPr>
          <p:cNvPr id="7" name="Picture 6" descr="ctb_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72" y="3410712"/>
            <a:ext cx="3851615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4647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dark-zone contrast at the FPA, normalized to the no-mask peak; the two DMs give a full annular zone.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4 — A planet in the dark zone, and a finite band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run surfaced a modeling rule now on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Companion injection: the focal-plane window method from the earlier coronagraph examples does not displace a companion here — the alignment rule that puts every vertex on the chief ray re-centers every grid on the tilted chief, landing the "planet" back under the occulter. The working method is a pupil phase ramp on the complex field at DM1: k cycles across the pupil puts the companion at exactly k λ/D against the fixed masks. Verified: 6 λ/D commanded, 5.98 measured; at flux ratio 10⁻³ the companion stands above the stellar residual and the difference panel recovers it cleanly.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Finite bandpass: wavelengths summed incoherently — after resampling each wavelength's point image onto one common physical detector grid. The far-field step re-grids per wavelength, so a naive array sum silently cancels chromaticity (the first attempt measured exactly zero chromatic effect — a trap now documented). With an occulter of fixed physical size over a 10% band, the deep 2.70 λ/D null degrades 2.1× (deep-vs-broadband is a real trade); the variant whose mask scales with wavelength confirms the machinery itself adds no chromatic error.</a:t>
            </a:r>
          </a:p>
        </p:txBody>
      </p:sp>
      <p:pic>
        <p:nvPicPr>
          <p:cNvPr id="5" name="Picture 4" descr="ctb_pla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87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04133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companion at 6 λ/D, flux 10⁻³: star residual, star+planet, and the difference panel that recovers it.</a:t>
            </a:r>
          </a:p>
        </p:txBody>
      </p:sp>
      <p:pic>
        <p:nvPicPr>
          <p:cNvPr id="7" name="Picture 6" descr="ctb_band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639" y="2934917"/>
            <a:ext cx="26252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7067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Mono vs 10%-band broadband on the common detector grid: rings wash out, the deep null fills 2.1×.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5 — The standard mask families, head-to-head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apodized-pupil Lyot design is deepest; the pixel-averaged vortex is second, at three times its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Five mask families from the literature, built as reusable mask functions on the existing complex-mask interface — no engine work. Every formula was taken verbatim from the source paper — secondary summaries get them wrong (band-limited masks are 1−sinc in amplitude, not intensity; the Lyot trims by 1−ε, not 1−2ε; the Roddier π-mask uses no apodizer).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All six score on one grid, one annulus (3–15 λ/D), one normalization — the hard occulter of slide 3 re-scored on this common footing. Every mask is generated at 8× sub-pixel resolution and binned to the model grid (area-average for amplitude, complex-average for phase).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398519"/>
          <a:ext cx="5806438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7108"/>
                <a:gridCol w="1533776"/>
                <a:gridCol w="109555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dual-zone phase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6.8×10⁻⁶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0506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vortex row moved 21×: the direct-sampled mask's singular core — mis-phased pixels on the stellar image core, a sampling artifact, not vortex physics — had floored it at 2.9×10⁻⁷. Pixel-averaging cures it, and the Lyot becomes a real depth dial: charge 4 reaches 6.6×10⁻¹¹ at a 0.50 stop — apodized-pupil-Lyot class at the same 25% throughput. Full diagnosis in backup.</a:t>
            </a:r>
          </a:p>
        </p:txBody>
      </p:sp>
      <p:pic>
        <p:nvPicPr>
          <p:cNvPr id="7" name="Picture 6" descr="ctb_mas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188" y="1298448"/>
            <a:ext cx="4756183" cy="25496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663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all six families — lower-right is better; the apodized-pupil Lyot deepest, the pixel-averaged vortex second at three times its throughput.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622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hybrid Lyot coronagraph is deferred to the FALCO integration: its focal-plane mask is a product of the design loop, not a formula. Throughput = Lyot open area times apodizer transmission — an off-axis proxy, not an end-to-end planet throughput.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6 — 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mask is fixed; only the Lyot stop fraction moves. Every point shares the head-to-head's grid, annulus (3–15 λ/D), and normalization, and the fixed-design markers are read from the committed comparison — the same footing, no re-scoring.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 the cured core revealed: the starlight the vortex rejects piles just outside the geometric pupil edge, so contrast rises steeply as the stop opens toward it — a genuine depth-for-throughput dial where each fixed design is a single point. Charge 4 runs about 4× deeper than charge 6 at every stop (the smaller pixel-averaged core).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with a 0.60 stop is deeper (8.8×10⁻¹¹ vs 2.1×10⁻¹⁰) at more throughput (36% vs 27%) — with no apodizer to fabricate. At the band-limited mask's 36% it is 300× deeper; at 81% throughput it holds 8.0×10⁻⁹, thirty times below the hard occulter's contrast at three times its throughput.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steep rise past 0.90 is the leak ring arriving inside the stop (flux inside grows 0.1% → 1%); the useful range of the dial is 0.50–0.90.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465" y="1298448"/>
            <a:ext cx="3971629" cy="2760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0772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vortex (point labels = Lyot fraction) against the three fixed designs from the head-to-head.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7 — Phase-factor export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External PROPER models can consume this model's planes, and check theirs against ours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self-describing file carries the full 44-element model: 18 stations (complex field, amplitude, OPD, grid pitch, all in metres), the 17 propagation legs, the 4 reference spheres, and 18 per-plane phase screens — with the sign, orientation, and centering conventions stamped inside. The orientation is measured, not asserted: a +X pupil phase ramp lands the image peak where the file says it will.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companion PROPER run script reads only the exported file — no macos — and replays the model two ways: every leg propagated, or handing off at the exported fields. Focus stations reproduce at correlation 1.000000 in both modes; gated pupil planes ≥ 0.9998 replayed, ≥ 0.96 handed off.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1, replaying a focus: start the PROPER propagation from the exported converging-sphere plane, not from the mirror before it. The focal-plane pixel size is set by the sphere's radius; starting at the mirror gives pixels 4.5× the wrong size, and nothing overlays.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2, comparing between mirrors: compare intensities, not phase maps. The two codes measure phase from different baselines (this model from a flat plane, PROPER from its internal reference beam), so identical beams still show mismatched phase. Simplest: start each PROPER stage from the exported field at that plane — that agrees by construction.</a:t>
            </a:r>
          </a:p>
        </p:txBody>
      </p:sp>
      <p:pic>
        <p:nvPicPr>
          <p:cNvPr id="5" name="Picture 4" descr="proper_ctb_check_collap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864" y="1298448"/>
            <a:ext cx="4728830" cy="2275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59206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 of the external PROPER replay against the exported fields (hand-off mode): focus planes at 1.0, gated pupils above 0.96; grey bars are ungated mid-beam planes.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87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Export ≈320 MB, kept out of git: the committed truth is an 87 KB fingerprint plus a 3 MB downsampled preview, with one-command regeneration. Single wavelength; the exported OPD is wrapped (the complex field is the primary carrier). Per-wavelength export composes with the bandpass machinery when needed.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8 — External hand-off: a pure-PROPER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From the exported data alone, PROPER reproduces the bare image exactly and forms the same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package is three files: the exported model (fields, legs, spheres, per-plane screens, mask arrays, all conventions stamped inside), a per-plane check script, and a run script that reads only the export plus PROPER — no macos anywhere. It asserts the orientation probe before trusting any comparison.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finding that shapes any external reconstruction: one single continuous PROPER beam cannot reproduce this model (focal pitch ratio 0.71, correlation 0.005). The model samples every intermediate focus at the system exit-pupil Fraunhofer pitch — set by the exit-pupil sphere radii, not by each parabola's own focal length — and one grid cannot carry both the pupil pitch and that focal pitch across a focus-to-focus relay. The shipped form is one pure-PROPER script seeded from the exported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Bare image: focal pixel pitch ratio 1.0000, intensity correlation 1.000000 — the exported and PROPER images are identical.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Coronagraph: the PROPER cascade reaches dark-zone mean 1.4×10⁻⁸ over 3–15 λ/D. The check is one-sided by design: the idealized relay seeded at the apodizer carries the upstream aberration but omits the downstream real-mirror figure that scatters light in the full model, so it runs legitimately deeper than the shipped 2.9×10⁻⁷; the bound that matters is that it lands within 2× above the shipped value.</a:t>
            </a:r>
          </a:p>
        </p:txBody>
      </p:sp>
      <p:pic>
        <p:nvPicPr>
          <p:cNvPr id="5" name="Picture 4" descr="proper_ctb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569" y="1298448"/>
            <a:ext cx="2939420" cy="2669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985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Exported (macos) beside pure-PROPER: bare images identical (correlation 1.000000); the PROPER coronagraph forms the dark zone with the shipped macos level marked.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9 — The deformable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Electric-field conjugation on the model itself: dark-zone mean 2.9×10⁻⁷ → 8.1×10⁻⁹ (36×) at 10 nm strokes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DMs become controllable surfaces: each carries a 256-point displacement grid in its own element frame, driven by a 32×32 actuator lattice through Gaussian influence functions (12% nearest-neighbor coupling, 0.67 mm pitch = beam/32; 880 actuators of each DM sit inside the beam).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is poked 2 nm and propagated through the full masked chain — 1760 pokes, 11 minutes — so the correction solve has no model error to exploit. Each iteration re-propagates the model, scores the measured contrast, picks the regularization by that measurement, and stops itself when no step improves.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Result: 2.9×10⁻⁷ → 8.1×10⁻⁹ (36×) in 19 iterations at 9.9/8.6 nm rms surface stroke. The best any linear solve of the measured matrix can reach is 4.5×10⁻⁹ at 11 nm — the loop lands within 2× of that with a matrix measured once at the flat state; re-measuring it around the corrected state is the next depth increment. Restricted to DM1 alone, the same loop stalls at 1.3×10⁻⁷ (2.3×): the pupil mirror is phase-only control, and the full annulus also needs the amplitude lever the out-of-pupil DM2 supplies.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the correction works hardest: with the 50% Lyot stop, 32 actuators steer light cleanly to about 8 λ/D on the final image scale — the inner half of the zone deepens 40×, the outer 25×, and the largest strokes ring the Lyot edge image on the mirror.</a:t>
            </a:r>
          </a:p>
        </p:txBody>
      </p:sp>
      <p:pic>
        <p:nvPicPr>
          <p:cNvPr id="6" name="Picture 5" descr="ctb_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9" y="3992879"/>
            <a:ext cx="6826095" cy="152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537200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 and after at the camera; contrast versus iteration, with the DM1-only loop overlaid stalling two decades short; the stroke maps commanded on both DMs. Dashed circles mark the 3–15 λ/D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679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Sensing is assumed perfect — the loop reads the model's complex field directly. Estimating that field from camera images alone (pairwise probing, as a testbed must) is the next layer of realism.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10 — Deeper: the loop on the vortex chain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1.7×10⁻⁸ → 6.8×10⁻¹⁵ at half-nanometer strokes — this chain leaves nothing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same loop pointed at the slide-6 configuration: charge-4 vortex, Lyot 0.60, no apodizer. Control runs at N=512, where this chain's static floor is 1.7×10⁻⁸ (the slide-6 sweep is N=1024 — the pixel-averaged core covers more of the λ/D scale at coarser sampling).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first iteration removes 300×, and commands never exceed ~0.5 nm rms: the residual field is so small that the measured control matrix is nearly exact, and the solve lands where it points.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Going deeper is one re-measurement: rebuild the control matrix about the corrected state (7 minutes of pokes) and continue. The hard-occulter chain gains 2.1× to 3.8×10⁻⁹ and converges — consistent with its linear bound of 4.5×10⁻⁹ — while the vortex chain gains another 86× to 6.8×10⁻¹⁵.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reading: the hard occulter's floor is physics — occulter-edge diffraction the mirrors cannot represent. The vortex chain's floor is arithmetic — the residual field is ~3×10⁻⁸ of the peak amplitude, the roundoff of double-precision propagation. A real bench stops far earlier, at sensing noise and drift; those are the next layers of realism.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788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858"/>
                <a:gridCol w="757187"/>
                <a:gridCol w="1135781"/>
                <a:gridCol w="104113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fixed matrix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re-measured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hard occulter, Lyot 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2.9×10⁻⁷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8.1×10⁻⁹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3.8×10⁻⁹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vortex charge 4, Lyot 0.60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1.7×10⁻⁸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5.8×10⁻¹³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6.8×10⁻¹⁵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2334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Strokes at the floor: 9.9/8.6 nm rms (hard chain), 0.49/0.55 nm rms (vortex chain, before/after re-measurement). Dark zone 3–15 λ/D, both chains, same annulus and normalization throughout.</a:t>
            </a:r>
          </a:p>
        </p:txBody>
      </p:sp>
      <p:pic>
        <p:nvPicPr>
          <p:cNvPr id="7" name="Picture 6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71" y="5065776"/>
            <a:ext cx="6257952" cy="13985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(note the color floor at 10⁻¹⁴), convergence, and the sub-nanometer command maps.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11 — The physics layers: band and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10% band floors the loop at 2×10⁻¹¹; coating polarization at these angles contributes 10⁻¹⁵ — chromaticity owns the floor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models: per-wavelength propagation at 0.95/1.00/1.05 λ₀ (the vortex mask is a pure angle map, so nothing rebuilds; the target is the fixed physical annulus), and polarization as the coated train's ray-traced Jones pupil — a quarter-wave magnesium-fluoride overcoat on aluminum, all ten mirrors — applied as per-component pupil screens: each of the four Jones components propagates as its own scalar chain, unpolarized input is their half-weighted sum. One control matrix per wavelength drives the co-polarized mean; the component spread about that mean is the measured, uncontrollable polarization part.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floors (charge 4, Lyot 0.60): polarization alone reaches 5.8×10⁻¹³ — indistinguishable from the scalar loop — with the uncontrollable part at 1.1×10⁻¹⁵. The 10% band alone floors at 1.9×10⁻¹¹; together 2.9×10⁻¹¹, and re-measuring the matrix about the corrected state gains only 1.5× more — a converged, genuinely chromatic floor: one mirror setting cannot null three wavelengths.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Rebalancing the Lyot under full physics: the stop can open for throughput — 0.70 holds 6.5×10⁻¹¹ at 49%, 0.80 holds 1.2×10⁻¹⁰ at 64% — every operating point decades below the hard-occulter chain's mono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measurement lesson, recorded with the drivers: the Jones screens must be normalized by the COMPLEX mean of their co-polarized element. Magnitude-only normalization leaves the coatings' global reflection phase in the screens; the loop's corrections then land rotated by twice that phase and add energy (measured: achieved-vs-predicted correlation −0.80). The global phase is common piston — removing it is exact for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polarization does NOT do here is the finding: at this bench's gentle incidence angles, protected-aluminum coating polarization is a 10⁻¹⁵-class effect — which is exactly why coronagraph testbeds are folded gently.</a:t>
            </a:r>
          </a:p>
        </p:txBody>
      </p:sp>
      <p:pic>
        <p:nvPicPr>
          <p:cNvPr id="6" name="Picture 5" descr="ctb_phy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131" y="4587240"/>
            <a:ext cx="4221431" cy="171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convergence of each physics configuration at Lyot 0.60, with the monochromatic floor marked. Right: the floor against throughput as the Lyot opens, with the hard-occulter reference.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12 — Next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Toward a real coronagraph model, in dependency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Realistic sensing. The loop reads the model's complex field directly; a testbed estimates it from camera images (pairwise probing). That estimator is the remaining step between these floors and lab-representative ones — and FALCO, the community's standard wavefront-control software, can then drive the same DMs (the hybrid Lyot mask enters there, since its design comes from that control loop).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Aberrations and drifts. As-built mirror surface maps (measured-quality power spectra), then alignment drifts as a time series against the delivered control loop — dark-zone maintenance, and how long the hole survives between corrections.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Validation against testbed data — the capstone. Needs a named dataset from a real bench and the measured (not design) parameters that produced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44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Mechanical layer delivered and merged: a prescription generator that reproduces both hand-built models to round-off, regression tests pinning the validated numbers (two suites, 16 checks green), the example README, and the exit-pupil-finder guard in the engine (pushed).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13 — References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Sources for the mask families and the control method; every formula taken from the paper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Band-limited masks: Kuchner &amp; Traub 2002, ApJ 570, 900 (4th order); Kuchner, Crepp &amp; Ge 2005, ApJ 628, 466 (8th order).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Apodized-pupil Lyot: Soummer 2005, ApJ 618, L161 (the prolate apodizer); Soummer et al. 2011, ApJ 729, 144 (the GPI instrument configuration used here).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masks: Roddier &amp; Roddier 1997, PASP 109, 815 (the π-spot); N'Diaye et al. 2012, A&amp;A 538, A55 (the achromatic dual-zone); Soummer, Dohlen &amp; Aime 2003, A&amp;A 403, 369.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Vortex: Mawet et al. 2005, ApJ 633, 1191; Foo, Palacios &amp; Swartzlander 2005, Opt. Lett. 30, 3308; Jenkins 2008, MNRAS 384, 515 (the even-charge rejection property).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Wavefront control: Give'on et al. 2007, Proc. SPIE 6691 (electric-field conjugation, the correction solve of slide 9).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Diffraction reference code: PROPER — Krist 2007, Proc. SPIE 6675 (the arbiter for every propagation cross-check in this deck).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593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 companion three-slide deck (ctb_mask_families, committed beside the drivers) carries the code map: which script builds which mask, and the parameters a user can change.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Galleries, per-family detail, the per-leg replay check, and the control-loop diagnostics.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(1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Apodized-pupil Lyot and band-limited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ap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46" y="1298448"/>
            <a:ext cx="3821307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apodized-pupil Lyot configuration: prolate apodizer, occulter, Lyot stop, and its dark zone.</a:t>
            </a:r>
          </a:p>
        </p:txBody>
      </p:sp>
      <p:pic>
        <p:nvPicPr>
          <p:cNvPr id="6" name="Picture 5" descr="ctb_bandlim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09" y="1298448"/>
            <a:ext cx="4282541" cy="2605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2226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4th-order band-limited mask: amplitude profile and its dark zone.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(2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 masks and the vortex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phas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22" y="1298448"/>
            <a:ext cx="3776554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Roddier π-spot and dual-zone phase masks; both need their matched entrance apodizer to go deep.</a:t>
            </a:r>
          </a:p>
        </p:txBody>
      </p:sp>
      <p:pic>
        <p:nvPicPr>
          <p:cNvPr id="6" name="Picture 5" descr="ctb_vortex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750" y="1298448"/>
            <a:ext cx="4081058" cy="2440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7571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 with matched Lyot: even winding number on a clear pupil sends starlight outside the reimaged pupil.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core: sampling set the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ideal-pupil probe with no bench reproduces the shipped 2.9×10⁻⁷ — and pixel-averaging removes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probe: the same sampled charge-6 vortex in a pure Fourier chain on an ideal clear pupil (N=1024, 4 px per λ/D, Lyot 0.90) — no bench optics anywhere. Direct-sampled: 3.0×10⁻⁷, matching the shipped bench number. Supersampling the pupil edge changes nothing. The floor is the mask's own singular core: near the axis the phase wraps faster than the grid, and those mis-phased pixels sit exactly on the stellar image peak, scattering ~0.2% of the starlight back inside the Lyot.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Generate-at-K× and complex-bin cancels the core phasors (transmission 0 at the core pixel, a smooth ~1-px taper): 4× gives 3.4×10⁻⁹, 8× gives 3.0×10⁻⁹ (converged). An explicit 1 λ/D opaque core dot is worse (9.8×10⁻⁹ — its own edge diffracts). Charge 2 is the counterexample: the medicine is for even charge ≥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bench (8×-binned, charge 6, Lyot 0.90): 1.4×10⁻⁸ — the remaining gap to the ideal-pupil 3.0×10⁻⁹ is the bench's own residual, no longer the mask.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core fixed, flux inside the stop is 0.0–0.1% out to a 0.90 fraction — the analytic "all starlight outside the pupil" property, visible at last — and the Lyot fraction becomes a genuine depth-for-throughput trade (it used to look free because every fraction hit the same artifact floor):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465831"/>
          <a:ext cx="539495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0597"/>
                <a:gridCol w="1184259"/>
                <a:gridCol w="1184259"/>
                <a:gridCol w="1315843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Lyot fraction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4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6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6.6×10⁻¹¹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3.0×10⁻¹⁰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1.9×10⁻⁹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6.4×10⁻⁹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8.0×10⁻⁹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36636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at a 0.80 stop dominates the band-limited mask in both depth and throughput; at 0.50 it reaches the apodized-pupil Lyot's class.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Bare-optics agreement, and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two prescriptions before any mask, and the geometric layout they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coro_compare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845" y="1298448"/>
            <a:ext cx="1311708" cy="2788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147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models, no masks: point images agree to 0.9989 correlation.</a:t>
            </a:r>
          </a:p>
        </p:txBody>
      </p:sp>
      <p:pic>
        <p:nvPicPr>
          <p:cNvPr id="6" name="Picture 5" descr="ctb_planar_view_st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20" y="1298448"/>
            <a:ext cx="3365318" cy="234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geometric bench: eight off-axis parabolas and two DMs, with the beam footprints the diffraction models inherit.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Per-leg replay check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station reproduced when each leg starts from the exported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er_ctb_check_s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4" y="1298448"/>
            <a:ext cx="5985206" cy="2879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96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correlation, per-leg replay mode: focus stations at correlation 1.000000, gated pupils ≥ 0.9998; grey bars are ungated mid-beam planes.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Control-loop diagnostics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silent failure modes, found and pinned by regression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Commands are real numbers. The correction solve must treat the real and imaginary parts of the field as separate equations; a complex-valued solve returns complex commands whose imaginary half the MATLAB-to-engine interface silently discards. The symptom is quiet: the loop still improves, but crawls at 3% per iteration with the achieved field nearly uncorrelated with the prediction (correlation 0.13). Solved in the split form, the same loop digs 16× in two iterations. The DM model now rejects complex commands outright.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wavefront maps must be read at the exit pupil. Read at the camera (the default), a DM bump smears into a smooth error ten times its physical size — it looks exactly like a surface-amplitude bug in the model and is not. At the exit pupil the response is 2·cos(incidence) times the commanded surface within 2%, at the commanded position to a pixel, with mirror symmetry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validation ladder under the loop, all pinned by the regression suite: commanded surface read back bit-exact; two-poke superposition to 1 part in 10¹²; the propagation chain bit-repeatable run to run; poke response step-size-independent to 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