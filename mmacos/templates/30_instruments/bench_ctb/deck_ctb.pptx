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Static masks, before any DM control: the apodized-pupil Lyot is deepest; the pixel-averaged vortex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7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445"/>
                <a:gridCol w="2032253"/>
                <a:gridCol w="96773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static 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337" y="1298448"/>
            <a:ext cx="4073885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families, STATIC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Everything above is the mask alone. With the two deformable mirrors closed-loop (slides 9–11, control at N=512), the floors drop by decades: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867656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8188"/>
                <a:gridCol w="616566"/>
                <a:gridCol w="131020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controlled 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closed-loop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 (mono)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 (mono)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 (10% band, unpol.)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2.2×10⁻⁸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6065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mask is fixed; only the Lyot stop fraction moves. Every point shares the head-to-head's grid, annulus (3–15 λ/D), and normalization, and the fixed-design markers are read from the committed comparison — the same footing, no re-scoring.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 the cured core revealed: the starlight the vortex rejects piles just outside the geometric pupil edge, so contrast rises steeply as the stop opens toward it — a genuine depth-for-throughput dial where each fixed design is a single point. Charge 4 runs about 4× deeper than charge 6 at every stop (the smaller pixel-averaged core).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with a 0.60 stop is deeper (8.8×10⁻¹¹ vs 2.1×10⁻¹⁰) at more throughput (36% vs 27%) — with no apodizer to fabricate. At the band-limited mask's 36% it is 300× deeper; at 81% throughput it holds 8.0×10⁻⁹, thirty times below the hard occulter's contrast at three times its throughput.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steep rise past 0.90 is the leak ring arriving inside the stop (flux inside grows 0.1% → 1%); the useful range of the dial is 0.50–0.90.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465" y="1298448"/>
            <a:ext cx="3971629" cy="276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077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vortex (point labels = Lyot fraction) against the three fixed designs from the head-to-head.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Deeper: the loop on the vortex chain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1.7×10⁻⁸ → 6.8×10⁻¹⁵ at half-nanometer strokes — this chain leaves nothing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same loop pointed at the slide-6 configuration: charge-4 vortex, Lyot 0.60, no apodizer. Control runs at N=512, where this chain's static floor is 1.7×10⁻⁸ (the slide-6 sweep is N=1024 — the pixel-averaged core covers more of the λ/D scale at coarser sampling).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first iteration removes 300×, and commands never exceed ~0.5 nm rms: the residual field is so small that the measured control matrix is nearly exact, and the solve lands where it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Going deeper is one re-measurement: rebuild the control matrix about the corrected state (7 minutes of pokes) and continue. The hard-occulter chain gains 2.1× to 3.8×10⁻⁹ and converges — consistent with its linear bound of 4.5×10⁻⁹ — while the vortex chain gains another 86× to 6.8×10⁻¹⁵.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reading: the hard occulter's floor is physics — occulter-edge diffraction the mirrors cannot represent. The vortex chain's floor is arithmetic — the residual field is ~3×10⁻⁸ of the peak amplitude, the roundoff of double-precision propagation. A real bench stops far earlier, at sensing noise and drift; those are the next layers of realism.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788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58"/>
                <a:gridCol w="757187"/>
                <a:gridCol w="1135781"/>
                <a:gridCol w="104113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fixed matrix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re-measured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8.1×10⁻⁹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5.8×10⁻¹³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2334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Strokes at the floor: 9.9/8.6 nm rms (hard chain), 0.49/0.55 nm rms (vortex chain, before/after re-measurement). Dark zone 3–15 λ/D, both chains, same annulus and normalization throughout.</a:t>
            </a:r>
          </a:p>
        </p:txBody>
      </p:sp>
      <p:pic>
        <p:nvPicPr>
          <p:cNvPr id="7" name="Picture 6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71" y="5065776"/>
            <a:ext cx="6257952" cy="13985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(note the color floor at 10⁻¹⁴), convergence, and the sub-nanometer command maps.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11 — The physics layers: band and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10% band floors the loop at 2×10⁻¹¹; coating polarization at these angles contributes 10⁻¹⁵ — chromaticity owns the floor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models: per-wavelength propagation at 0.95/1.00/1.05 λ₀ (the vortex mask is a pure angle map, so nothing rebuilds; the target is the fixed physical annulus), and polarization as the coated train's ray-traced Jones pupil — a quarter-wave magnesium-fluoride overcoat on aluminum, all ten mirrors — applied as per-component pupil screens: each of the four Jones components propagates as its own scalar chain, unpolarized input is their half-weighted sum. One control matrix per wavelength drives the co-polarized mean; the component spread about that mean is the measured, uncontrollable polarization part.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floors (charge 4, Lyot 0.60): polarization alone reaches 5.8×10⁻¹³ — indistinguishable from the scalar loop — with the uncontrollable part at 1.1×10⁻¹⁵. The 10% band alone floors at 1.9×10⁻¹¹; together 2.9×10⁻¹¹, and re-measuring the matrix about the corrected state gains only 1.5× more — a converged, genuinely chromatic floor: one mirror setting cannot null three wavelengths.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Rebalancing the Lyot under full physics: the stop can open for throughput — 0.70 holds 6.5×10⁻¹¹ at 49%, 0.80 holds 1.2×10⁻¹⁰ at 64% — every operating point decades below the hard-occulter chain's mono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measurement lesson, recorded with the drivers: the Jones screens must be normalized by the COMPLEX mean of their co-polarized element. Magnitude-only normalization leaves the coatings' global reflection phase in the screens; the loop's corrections then land rotated by twice that phase and add energy (measured: achieved-vs-predicted correlation −0.80). The global phase is common piston — removing it is exact for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polarization does NOT do here is the finding: at this bench's gentle incidence angles, protected-aluminum coating polarization is a 10⁻¹⁵-class effect — which is exactly why coronagraph testbeds are folded gently.</a:t>
            </a:r>
          </a:p>
        </p:txBody>
      </p:sp>
      <p:pic>
        <p:nvPicPr>
          <p:cNvPr id="6" name="Picture 5" descr="ctb_phy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131" y="4587240"/>
            <a:ext cx="4221431" cy="171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convergence of each physics configuration at Lyot 0.60, with the monochromatic floor marked. Right: the floor against throughput as the Lyot opens, with the hard-occulter reference.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12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Realistic sensing. The loop reads the model's complex field directly; a testbed estimates it from camera images (pairwise probing). That estimator is the remaining step between these floors and lab-representative ones — and FALCO, the community's standard wavefront-control software, can then drive the same DMs (the hybrid Lyot mask enters there, since its design comes from that control loop).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Aberrations and drifts. As-built mirror surface maps (measured-quality power spectra), then alignment drifts as a time series against the delivered control loop — dark-zone maintenance, and how long the hole survives between corrections.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13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