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deepest; the pixel-averaged vortex is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188" y="1298448"/>
            <a:ext cx="4756183" cy="2549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mask is fixed; only the Lyot stop fraction moves. Every point shares the head-to-head's grid, annulus (3–15 λ/D), and normalization, and the fixed-design markers are read from the committed comparison — the same footing, no re-scoring.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 the cured core revealed: the starlight the vortex rejects piles just outside the geometric pupil edge, so contrast rises steeply as the stop opens toward it — a genuine depth-for-throughput dial where each fixed design is a single point. Charge 4 runs about 4× deeper than charge 6 at every stop (the smaller pixel-averaged core).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with a 0.60 stop is deeper (8.8×10⁻¹¹ vs 2.1×10⁻¹⁰) at more throughput (36% vs 27%) — with no apodizer to fabricate. At the band-limited mask's 36% it is 300× deeper; at 81% throughput it holds 8.0×10⁻⁹, thirty times below the hard occulter's contrast at three times its throughput.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steep rise past 0.90 is the leak ring arriving inside the stop (flux inside grows 0.1% → 1%); the useful range of the dial is 0.50–0.90.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465" y="1298448"/>
            <a:ext cx="3971629" cy="276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077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vortex (point labels = Lyot fraction) against the three fixed designs from the head-to-head.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 mirror surfaces. Add measured-quality surface error maps to each of the eight parabolas — random roughness with realistic spatial statistics — so the model scatters light the way real optics do.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Deeper control. The native loop is delivered (slide 9); next come re-measuring the control matrix around the corrected state, image-based field estimation (pairwise probing), and driving the same DMs with FALCO, the community's standard wavefront-control software — the hybrid Lyot mask enters there, since its design comes from that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Motion over time. Apply alignment drifts as a time series and report contrast versus time — how long the dark zone survives between corrections, now measurable against the delivered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Polarized light. Propagate the two polarization components separately, with the phase and amplitude changes each mirror coating imposes; polarization sets the contrast floor no deformable mirror can correct.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1726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11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