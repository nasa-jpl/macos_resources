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A 6 m unobscured coronagraph, end to end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An optical design, its segmentation, its instrument, its error budget and its drift — one model, one train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Conventions, stated once.  Wavefront error is RMS at 500 nm, referenced to the exit pupil of the configuration being quoted — the telescope's own for the telescope-only slides, the coronagraph's once the instrument is attached.  Contrast is the dark-zone mean over 3–15 λ/D, normalised to the bare on-axis peak of the same train.  The diffraction limit is 0.071 waves RMS.  Packaging is a deployed, diameter-only fit in an 8 m launch shroud; length is free.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Built with MACOS / mmacos.  Every number on these slides is parsed from the committed stage reports; no figure was redrawn for the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telescope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0.0473 waves RMS across the field — diffraction-limited at 500 nm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design.</a:t>
            </a:r>
            <a:r>
              <a:rPr sz="1200" b="0">
                <a:solidFill>
                  <a:srgbClr val="282828"/>
                </a:solidFill>
                <a:latin typeface="Arial"/>
              </a:rPr>
              <a:t> A 6 m unobscured three-mirror telescope: three base spheres placed for packaging, fold tilts doing the unobscuration, all correction carried by Zernike surface departures. Field ±0.35 arcmin.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wavefront.</a:t>
            </a:r>
            <a:r>
              <a:rPr sz="1200" b="0">
                <a:solidFill>
                  <a:srgbClr val="282828"/>
                </a:solidFill>
                <a:latin typeface="Arial"/>
              </a:rPr>
              <a:t> 0.0473 waves RMS worst case over the field, against a 0.071-wave diffraction limit.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packaging.</a:t>
            </a:r>
            <a:r>
              <a:rPr sz="1200" b="0">
                <a:solidFill>
                  <a:srgbClr val="282828"/>
                </a:solidFill>
                <a:latin typeface="Arial"/>
              </a:rPr>
              <a:t> 7.450 m diameter against the 8 m shroud, over a 17.37 m train; 4/4 bodies clear of every beam; 1185/1185 rays survive a standalone reload of the saved prescription.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one miss.</a:t>
            </a:r>
            <a:r>
              <a:rPr sz="1200" b="0">
                <a:solidFill>
                  <a:srgbClr val="282828"/>
                </a:solidFill>
                <a:latin typeface="Arial"/>
              </a:rPr>
              <a:t> Focal ratio f/25.39 against a requested f/12–20. It is not a tuning failure — see the backup.</a:t>
            </a:r>
          </a:p>
        </p:txBody>
      </p:sp>
      <p:pic>
        <p:nvPicPr>
          <p:cNvPr id="5" name="Picture 4" descr="s1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220" y="1298448"/>
            <a:ext cx="4236119" cy="2348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6657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three-mirror train: light enters from the left, folds back to the secondary, returns past the primary to the tertiary and the focus.</a:t>
            </a:r>
          </a:p>
        </p:txBody>
      </p:sp>
      <p:pic>
        <p:nvPicPr>
          <p:cNvPr id="7" name="Picture 6" descr="s1_wf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463" y="4096512"/>
            <a:ext cx="2785632" cy="2367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4825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Wavefront error over the design field. Worst corner 0.0473 waves.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segmented primary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19 segments, and a poke that stays where it is 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segmentation.</a:t>
            </a:r>
            <a:r>
              <a:rPr sz="1200" b="0">
                <a:solidFill>
                  <a:srgbClr val="282828"/>
                </a:solidFill>
                <a:latin typeface="Arial"/>
              </a:rPr>
              <a:t> 19 hexagonal segments, 1.2 m flat to flat, 25 mm gaps, each carrying the parent's solved figure and its own physical polygonal aperture.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apertures are real.</a:t>
            </a:r>
            <a:r>
              <a:rPr sz="1200" b="0">
                <a:solidFill>
                  <a:srgbClr val="282828"/>
                </a:solidFill>
                <a:latin typeface="Arial"/>
              </a:rPr>
              <a:t> Each segment declares its polygon, and 983 of 985 traced rays survive them; the two that clip land on a gap edge. Reloading the saved prescription standalone reproduces 983/985 — the check that catches a wrongly-framed aperture, which otherwise fails silently on disk.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check that matters.</a:t>
            </a:r>
            <a:r>
              <a:rPr sz="1200" b="0">
                <a:solidFill>
                  <a:srgbClr val="282828"/>
                </a:solidFill>
                <a:latin typeface="Arial"/>
              </a:rPr>
              <a:t> Displace one segment by 10 nm along its normal: the wavefront responds 19.91 nm over the 52 rays that land on it and </a:t>
            </a:r>
            <a:r>
              <a:rPr sz="1200" b="1">
                <a:solidFill>
                  <a:srgbClr val="282828"/>
                </a:solidFill>
                <a:latin typeface="Arial"/>
              </a:rPr>
              <a:t>exactly zero</a:t>
            </a:r>
            <a:r>
              <a:rPr sz="1200" b="0">
                <a:solidFill>
                  <a:srgbClr val="282828"/>
                </a:solidFill>
                <a:latin typeface="Arial"/>
              </a:rPr>
              <a:t> over the other 930. The response stays on the segment that moved — which is what makes a per-segment error budget mean anything.</a:t>
            </a:r>
          </a:p>
        </p:txBody>
      </p:sp>
      <p:pic>
        <p:nvPicPr>
          <p:cNvPr id="5" name="Picture 4" descr="s2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240" y="1298448"/>
            <a:ext cx="4584078" cy="2422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3739388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segmented telescope: 19 hexagons on the primary, feeding the same fold train.</a:t>
            </a:r>
          </a:p>
        </p:txBody>
      </p:sp>
      <p:pic>
        <p:nvPicPr>
          <p:cNvPr id="7" name="Picture 6" descr="s2_segmented_footpr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349" y="4005072"/>
            <a:ext cx="2217860" cy="2294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317488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Traced footprints against the emitted aperture polygons. Colour is the segment a ray landed on; black is the declared glass.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Two instruments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 second camera costs nothing in shroud diameter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coronagraph.</a:t>
            </a:r>
            <a:r>
              <a:rPr sz="1200" b="0">
                <a:solidFill>
                  <a:srgbClr val="282828"/>
                </a:solidFill>
                <a:latin typeface="Arial"/>
              </a:rPr>
              <a:t> A four-mirror relay off the telescope focus: collimate to an accessible pupil, focus to the mask, re-collimate to the Lyot stop, focus to the detector. Spliced onto the segmented telescope as 29 elements of one prescription — not a second model. Only a single model carries a telescope perturbation through to a contrast number, which is what stages four and five need.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imager.</a:t>
            </a:r>
            <a:r>
              <a:rPr sz="1200" b="0">
                <a:solidFill>
                  <a:srgbClr val="282828"/>
                </a:solidFill>
                <a:latin typeface="Arial"/>
              </a:rPr>
              <a:t> A deployable pick-off at the shared pupil feeds its own f/19 camera: 0.0042 waves RMS, Strehl 0.9993, and a 0.87 µm geometric spot against a 9.5 µm diffraction core — the image is limited by diffraction, not by the optics.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Both fit.</a:t>
            </a:r>
            <a:r>
              <a:rPr sz="1200" b="0">
                <a:solidFill>
                  <a:srgbClr val="282828"/>
                </a:solidFill>
                <a:latin typeface="Arial"/>
              </a:rPr>
              <a:t> 7.451 m against the 8 m shroud, for either leg and for the two together. The 6 m primary sets the envelope; the instruments are centimetre-class.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models are faithful.</a:t>
            </a:r>
            <a:r>
              <a:rPr sz="1200" b="0">
                <a:solidFill>
                  <a:srgbClr val="282828"/>
                </a:solidFill>
                <a:latin typeface="Arial"/>
              </a:rPr>
              <a:t> The chief ray through the diffraction model agrees with the geometric one to 1.2e-15 m, and the imager leg loses no rays the telescope did not already lose (983/985).</a:t>
            </a:r>
          </a:p>
        </p:txBody>
      </p:sp>
      <p:pic>
        <p:nvPicPr>
          <p:cNvPr id="5" name="Picture 4" descr="s3_imager_shr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14" y="1298448"/>
            <a:ext cx="5256130" cy="381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287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Both legs down the launch axis, inside the 8 m shroud circle. The instrument optics are the inset — at this scale they are a few pixels.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the segment gaps cost the coronagraph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2390× in dark-zone contrast, same mask on both apertures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measurement.</a:t>
            </a:r>
            <a:r>
              <a:rPr sz="1200" b="0">
                <a:solidFill>
                  <a:srgbClr val="282828"/>
                </a:solidFill>
                <a:latin typeface="Arial"/>
              </a:rPr>
              <a:t> The same apodized pupil Lyot coronagraph — same apodizer, same 2.8 λ/D occulter, same Lyot stop — run on the segmented primary and on a monolithic version of the identical telescope.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Segmented:</a:t>
            </a:r>
            <a:r>
              <a:rPr sz="1200" b="0">
                <a:solidFill>
                  <a:srgbClr val="282828"/>
                </a:solidFill>
                <a:latin typeface="Arial"/>
              </a:rPr>
              <a:t> 8.700e-07 mean contrast, 6.17e+03 on-axis suppression.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Monolithic:</a:t>
            </a:r>
            <a:r>
              <a:rPr sz="1200" b="0">
                <a:solidFill>
                  <a:srgbClr val="282828"/>
                </a:solidFill>
                <a:latin typeface="Arial"/>
              </a:rPr>
              <a:t> 3.640e-10 mean, 2.82e+07 suppression.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ratio is the gaps and nothing else</a:t>
            </a:r>
            <a:r>
              <a:rPr sz="1200" b="0">
                <a:solidFill>
                  <a:srgbClr val="282828"/>
                </a:solidFill>
                <a:latin typeface="Arial"/>
              </a:rPr>
              <a:t> — 2390× in the mean, 8573× in the median. Both trains share the same wavefront; only the pupil's structure differs.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monolithic result independently reproduces the reference testbed's clear-pupil number, with nothing tuned to match it.</a:t>
            </a:r>
          </a:p>
        </p:txBody>
      </p:sp>
      <p:pic>
        <p:nvPicPr>
          <p:cNvPr id="5" name="Picture 4" descr="s3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83" y="1298448"/>
            <a:ext cx="4949392" cy="381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12876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Radial contrast, both apertures, dark zone shaded. The segmented curve plateaus where the monolithic one keeps falling — that plateau is light scattered by the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error budget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Moving 19 segments as one body is not 19 times moving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model.</a:t>
            </a:r>
            <a:r>
              <a:rPr sz="1200" b="0">
                <a:solidFill>
                  <a:srgbClr val="282828"/>
                </a:solidFill>
                <a:latin typeface="Arial"/>
              </a:rPr>
              <a:t> Wavefront sensitivity to every rigid-body freedom of 25 optics, to each segment's figure modes, and to a per-segment influence basis: 156 + 152 + 114 channels over five field points.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exhibit.</a:t>
            </a:r>
            <a:r>
              <a:rPr sz="1200" b="0">
                <a:solidFill>
                  <a:srgbClr val="282828"/>
                </a:solidFill>
                <a:latin typeface="Arial"/>
              </a:rPr>
              <a:t> The 19 segments were also perturbed as a single rigid body. Comparing that with a single segment's response separates three different behaviours — in one table.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Tilt</a:t>
            </a:r>
            <a:r>
              <a:rPr sz="1200" b="0">
                <a:solidFill>
                  <a:srgbClr val="282828"/>
                </a:solidFill>
                <a:latin typeface="Arial"/>
              </a:rPr>
              <a:t> adds up: ratio 19.3, the member count. A per-segment budget is right.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Piston</a:t>
            </a:r>
            <a:r>
              <a:rPr sz="1200" b="0">
                <a:solidFill>
                  <a:srgbClr val="282828"/>
                </a:solidFill>
                <a:latin typeface="Arial"/>
              </a:rPr>
              <a:t> cancels: ratio 0.032. Moving all 19 together is nearly a global piston, which the reference removes — a per-segment budget overstates the assembly by about 31×.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Clocking</a:t>
            </a:r>
            <a:r>
              <a:rPr sz="1200" b="0">
                <a:solidFill>
                  <a:srgbClr val="282828"/>
                </a:solidFill>
                <a:latin typeface="Arial"/>
              </a:rPr>
              <a:t> is invisible per segment and real for the assembly: ratio 111004.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Not every freedom is observable.</a:t>
            </a:r>
            <a:r>
              <a:rPr sz="1200" b="0">
                <a:solidFill>
                  <a:srgbClr val="282828"/>
                </a:solidFill>
                <a:latin typeface="Arial"/>
              </a:rPr>
              <a:t> The 114 segment rigid-body channels span a range of 2.16e+06 in singular value: a wavefront measurement constrains far fewer directions than there are freedoms, which is what makes the correction in the next slide a solved problem rather than an inversion.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184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972"/>
                <a:gridCol w="1993789"/>
                <a:gridCol w="2580198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assembly response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assembly / one segment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2.756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19.32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2.74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19.17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0.2706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1.11e+05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0.07168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19.24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0.07054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0.01437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0.0322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28498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Column RMS of wavefront change per unit motion; rotations per radian, translations per metre, the same convention on both sides.</a:t>
            </a:r>
          </a:p>
        </p:txBody>
      </p:sp>
      <p:pic>
        <p:nvPicPr>
          <p:cNvPr id="7" name="Picture 6" descr="s4_sv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67" y="3808476"/>
            <a:ext cx="3318025" cy="2440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6267196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Singular values of the three Jacobians, largest normalised to one. Rigid-body motion (blue) collapses by seven decades; the figure and influence bases stay within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observatory drifts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Contrast tracks the wavefront, 8.60e-07 to 2.08e-06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history.</a:t>
            </a:r>
            <a:r>
              <a:rPr sz="1200" b="0">
                <a:solidFill>
                  <a:srgbClr val="282828"/>
                </a:solidFill>
                <a:latin typeface="Arial"/>
              </a:rPr>
              <a:t> 41 frames at 10 s — a 7-minute soak — with a random walk plus a correlated drift on every freedom of all 19 segments, played through the engine.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Uncorrected:</a:t>
            </a:r>
            <a:r>
              <a:rPr sz="1200" b="0">
                <a:solidFill>
                  <a:srgbClr val="282828"/>
                </a:solidFill>
                <a:latin typeface="Arial"/>
              </a:rPr>
              <a:t> wavefront 0.0046 to 0.0243 waves; contrast 8.601e-07 to 2.078e-06.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Corrected:</a:t>
            </a:r>
            <a:r>
              <a:rPr sz="1200" b="0">
                <a:solidFill>
                  <a:srgbClr val="282828"/>
                </a:solidFill>
                <a:latin typeface="Arial"/>
              </a:rPr>
              <a:t> 0.0035 to 0.0231 waves; contrast 9.213e-07 to 1.990e-06. One image-based correction, solved early and held.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Why the benefit fades.</a:t>
            </a:r>
            <a:r>
              <a:rPr sz="1200" b="0">
                <a:solidFill>
                  <a:srgbClr val="282828"/>
                </a:solidFill>
                <a:latin typeface="Arial"/>
              </a:rPr>
              <a:t> The correction is never updated, so it decays as the state walks away from where it was solved. That is the shape of a held correction, not a modelling artefact.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Each contrast point is a full diffraction propagation through the mask chain, so the timeline is sampled every 5 frames (9 of 41).</a:t>
            </a:r>
          </a:p>
        </p:txBody>
      </p:sp>
      <p:pic>
        <p:nvPicPr>
          <p:cNvPr id="5" name="Picture 4" descr="s5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394960" cy="39801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296933"/>
            <a:ext cx="5394960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Wavefront and contrast against time, corrected and uncorrected.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this demonstrates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 model, from surface figure to science contrast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design becomes an instrument becomes an error budget becomes a time series</a:t>
            </a:r>
            <a:r>
              <a:rPr sz="1200" b="0">
                <a:solidFill>
                  <a:srgbClr val="282828"/>
                </a:solidFill>
                <a:latin typeface="Arial"/>
              </a:rPr>
              <a:t>, without leaving the model or re-entering the geometry anywhere.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gap penalty is measured, not assumed</a:t>
            </a:r>
            <a:r>
              <a:rPr sz="1200" b="0">
                <a:solidFill>
                  <a:srgbClr val="282828"/>
                </a:solidFill>
                <a:latin typeface="Arial"/>
              </a:rPr>
              <a:t>: 2390×, from two runs that differ in one thing.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Assembly-level freedoms behave differently from their members</a:t>
            </a:r>
            <a:r>
              <a:rPr sz="1200" b="0">
                <a:solidFill>
                  <a:srgbClr val="282828"/>
                </a:solidFill>
                <a:latin typeface="Arial"/>
              </a:rPr>
              <a:t> — by a factor 31 in one direction and 111004 in another — and the model shows which.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Every gate is in the record.</a:t>
            </a:r>
            <a:r>
              <a:rPr sz="1200" b="0">
                <a:solidFill>
                  <a:srgbClr val="282828"/>
                </a:solidFill>
                <a:latin typeface="Arial"/>
              </a:rPr>
              <a:t> Where something did not close, the deck says so and prices it.</a:t>
            </a:r>
          </a:p>
        </p:txBody>
      </p:sp>
      <p:pic>
        <p:nvPicPr>
          <p:cNvPr id="5" name="Picture 4" descr="s3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88336"/>
            <a:ext cx="5394960" cy="2759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465733"/>
            <a:ext cx="5394960" cy="55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modelled observatory: the 19-segment primary and the beam it feeds, in one prescription. The secondaries and the instrument optics are decimetre- and centimetre-class and do not resolve at 6 m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 Slides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Focal ratio: why f/25.4 and not f/12–20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corrected focal ratio is not a continuous function of the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surface-figure solve spends optical power, so the focal ratio of the corrected system differs from that of the base spheres. It has to be read on the corrected system.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search on the tertiary radius refused after five iterates. Two neighbouring layouts, 0.36% apart in that radius, gave f/15.54 and f/25.74; widening the sweep gave f/20.09, f/8.56, f/26.90, f/25.39 at four nearby values.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The solve lands in different basins depending on the starting geometry, and each spends a different amount of power. No continuous search steers it.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Narrowing the design field does not help either: at fixed geometry, halving the field made the residual worse.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 point was therefore chosen on wavefront</a:t>
            </a:r>
            <a:r>
              <a:rPr sz="1200" b="0">
                <a:solidFill>
                  <a:srgbClr val="282828"/>
                </a:solidFill>
                <a:latin typeface="Arial"/>
              </a:rPr>
              <a:t>, which it meets. A slower focal ratio also puts more λ/D on the focal-plane mask, which eases the hardest fabrication in the instrument.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Linear model against the engine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Only piston reproduces; control was restricted to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Poking each freedom and comparing the engine's wavefront change with the sensitivity model: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Piston agrees to better than 1%. Every other freedom disagrees, by factors of 1–57.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A ladder over three decades of poke size separates two behaviours: the centre segment's tilt response is purely second-order, while an outer segment's is linear but 3.8× the model. Neither is a noise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Ruled out by measurement: the wavefront reference. Repeating the ladder with the other reference reproduces every number to five digits.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Consequence.</a:t>
            </a:r>
            <a:r>
              <a:rPr sz="1200" b="0">
                <a:solidFill>
                  <a:srgbClr val="282828"/>
                </a:solidFill>
                <a:latin typeface="Arial"/>
              </a:rPr>
              <a:t> With all six freedoms in the control basis the corrected leg came out worse than the uncorrected one. Control was restricted to the freedom that reproduces; the drift still moves all six.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8" cy="1840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326"/>
                <a:gridCol w="1244990"/>
                <a:gridCol w="1244990"/>
                <a:gridCol w="1936652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engine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relative error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2.482e-12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1.419e-10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56.9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Ry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9.257e-10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1.426e-10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7.950e-14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9.395e-15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2.389e-11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3.682e-12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6.640e-14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3.679e-12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54.8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Tz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4.466e-10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4.440e-10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0.00614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28498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RMS wavefront change, in metres, for a 1 nm / 1 nrad poke of a single segment. Open item: two untested candidates remain — the focal-plane tracking used when the sensitivities were harvested, and the real-ray stop aiming, which would explain why the centre segment — the one the chief ray lands on — is the anomalous case.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the segment gaps cost, and what does not buy it back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redesign recovers 1.10×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attempt.</a:t>
            </a:r>
            <a:r>
              <a:rPr sz="1200" b="0">
                <a:solidFill>
                  <a:srgbClr val="282828"/>
                </a:solidFill>
                <a:latin typeface="Arial"/>
              </a:rPr>
              <a:t> Redesign the apodizer for the segmented pupil two ways: the globally optimal transmission mask from a linear program, and the aperture-specific version of the same eigenfunction the incumbent uses.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Neither beats the incumbent.</a:t>
            </a:r>
            <a:r>
              <a:rPr sz="1200" b="0">
                <a:solidFill>
                  <a:srgbClr val="282828"/>
                </a:solidFill>
                <a:latin typeface="Arial"/>
              </a:rPr>
              <a:t> The aperture-specific mask recovers 1.10× in dark-zone mean and 0.57× in median, at 0.73× the throughput. No rung of the linear program beat it either.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Why, measured.</a:t>
            </a:r>
            <a:r>
              <a:rPr sz="1200" b="0">
                <a:solidFill>
                  <a:srgbClr val="282828"/>
                </a:solidFill>
                <a:latin typeface="Arial"/>
              </a:rPr>
              <a:t> The design model is a single Fourier transform; the real back end is a multi-leg chain. It reproduces the bare image to 1.2% but floors near 4e-06 against the engine — five times above the contrast the incumbent already reaches.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A negative result, priced.</a:t>
            </a:r>
            <a:r>
              <a:rPr sz="1200" b="0">
                <a:solidFill>
                  <a:srgbClr val="282828"/>
                </a:solidFill>
                <a:latin typeface="Arial"/>
              </a:rPr>
              <a:t> The gap penalty is real and an apodizer alone does not remove it. What would fix it is a design operator matching the propagation it is scored against — queued, not attempted here.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9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530"/>
                <a:gridCol w="1541417"/>
                <a:gridCol w="1101012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dark-zone mean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throughput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bare segmented (baseline)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8.700e-07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0.100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aperture-specific mask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7.909e-07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0.073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linear-program mask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1.505e-06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0.175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clear-pupil reference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3.640e-10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0.100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75920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Same plane, same mask geometry, same 3–15 λ/D annulus as the main-path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to tell an optimizer is mining its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disagreement grows 4.8× → 40.0× as you push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design model and the engine are not the same code.</a:t>
            </a:r>
            <a:r>
              <a:rPr sz="1200" b="0">
                <a:solidFill>
                  <a:srgbClr val="282828"/>
                </a:solidFill>
                <a:latin typeface="Arial"/>
              </a:rPr>
              <a:t> One is a single Fourier transform, the other propagates the real multi-leg chain. Ask the optimizer for a deeper dark zone and it spends the difference.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pattern is the diagnosis.</a:t>
            </a:r>
            <a:r>
              <a:rPr sz="1200" b="0">
                <a:solidFill>
                  <a:srgbClr val="282828"/>
                </a:solidFill>
                <a:latin typeface="Arial"/>
              </a:rPr>
              <a:t> A fixed offset would be a calibration error. An offset that grows monotonically with the demand is the optimizer finding more of the model's error the harder it is pushed — and it shows up without knowing the true answer.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Isolated in six experiments.</a:t>
            </a:r>
            <a:r>
              <a:rPr sz="1200" b="0">
                <a:solidFill>
                  <a:srgbClr val="282828"/>
                </a:solidFill>
                <a:latin typeface="Arial"/>
              </a:rPr>
              <a:t> The bare image agrees to 1.2%; the engine applies the mask with residual exactly zero; every diffraction ring lands at the right radius; and feeding the engine's own post-mask field back through the model still lands on the model's floor.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Worth reusing.</a:t>
            </a:r>
            <a:r>
              <a:rPr sz="1200" b="0">
                <a:solidFill>
                  <a:srgbClr val="282828"/>
                </a:solidFill>
                <a:latin typeface="Arial"/>
              </a:rPr>
              <a:t> Any time a design model is cheaper than the simulator it feeds, run the ladder and watch the trend rather than a single agreement number.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98448"/>
          <a:ext cx="539495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753"/>
                <a:gridCol w="1419726"/>
                <a:gridCol w="1561698"/>
                <a:gridCol w="1135781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LP target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 says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engine says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apart by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1e-05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1.13e-06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5.37e-06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4.8×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3e-06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1.92e-07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2.61e-06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13.6×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1e-06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3.77e-08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1.50e-06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40.0×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496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Dark-zone mean, bare-peak normalised. The model's floor near 4e-06 sits five times above the 8.70e-07 the incumbent already reaches.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is not in this model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Stated, not omitted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No deformable mirrors and no field stop.</a:t>
            </a:r>
            <a:r>
              <a:rPr sz="1200" b="0">
                <a:solidFill>
                  <a:srgbClr val="282828"/>
                </a:solidFill>
                <a:latin typeface="Arial"/>
              </a:rPr>
              <a:t> The reference testbed model carries both. Without them the contrast here is an open-loop number — what the optics deliver, not what a wavefront-control loop would hold — and the dark zone is not the annulus two deformable mirrors would give.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No metrology loop.</a:t>
            </a:r>
            <a:r>
              <a:rPr sz="1200" b="0">
                <a:solidFill>
                  <a:srgbClr val="282828"/>
                </a:solidFill>
                <a:latin typeface="Arial"/>
              </a:rPr>
              <a:t> The correction in the drift series is image-based: it sees the wavefront directly rather than estimating it from a truss. The corrected leg is therefore an optimistic bound.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coronagraph mask is a clear-pupil design.</a:t>
            </a:r>
            <a:r>
              <a:rPr sz="1200" b="0">
                <a:solidFill>
                  <a:srgbClr val="282828"/>
                </a:solidFill>
                <a:latin typeface="Arial"/>
              </a:rPr>
              <a:t> Re-optimising it for a segmented aperture is a known and separate piece of work; the 2390× above is the size of the prize.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Both additions are existing primitives in the toolkit, so the extension is configuration rather than new machinery.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How to reproduce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on these slides comes from these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s1_layout_search then s1_telescope — the layout pick and the telescope.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s2_segmentation — the segmented primary and its edge-sensor sidecar.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s3_backend, s3_train_fig, s3_coro, s3_imager then s3b_pupil + s3b_apodizer — the two instruments, the coronagraph on both apertures, and the apodizer redesign.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s4_sensitivities — the error budget, roughly half an hour.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s5_timeseries — the drift series.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python3 deck_e2e6m.py — this deck, from the reports those runs wrote.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31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All knobs live in one parameter file. The narrative record — every question raised, every decision and its result, every gate outcome — is in the campaign log beside the runners.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