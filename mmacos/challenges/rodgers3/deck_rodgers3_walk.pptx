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Re-Walking the Offset-Field Imager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workbook: from the committed truth files to the gated ladder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 with Claude Code — 22 August 2026.  Companion to the story deck (deck_rodgers3); source study M. Rodgers, 260802-WFOVimager_Offsetfield.  Everything quoted here is parsed from the committed records of MACOS_resources mmacos/challenges/rodgers3 + templates/10_telescopes/offset_imager.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METRIC CONTRACT, once for the whole deck: strict RMS WFE, centroid reference on the stage's frozen focal plane, exit-pupil anchor, piston-only removal; quoted statistic = dense 11x11 map MAXIMUM over the field box.  Every WFE number on every slide inherits it.  Workbook genre: 17 content slides in six sections (budget deviation declared, DECK2_PLAN.md).  DRAFT — pending sign-off.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A1 — The problem, and everything needed is committed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mirrors, a 20°x20° box at 22°, an exit pin, hard clearances — and five reported rungs to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system: EPD 75 mm, F/4 (EFL 300 mm), λ = 1 µm, field box 20°x20° full width at YAN +22°; exit beam horizontal (rung 2 on); clearances &gt; 50 / &gt; 35 mm (rung 4 on); 9-point optimization field, XAN ±10°.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reproduction inputs are IN the repo: five CODE V lens sequences (the truth), the machine-generated reader (rodgers3_seq), the template, the tests, and the packet.  The source presentation is referenced, not committed — nothing below depends on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002280"/>
          <a:ext cx="5806438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4515"/>
                <a:gridCol w="4064507"/>
                <a:gridCol w="127741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rung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reported nm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coaxial, on-axis box, aspheres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mirrors, offset box, FPA refit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8810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re-asphered at the offset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tilt/decenter + radii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+ 8th-order Zernike + radii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5734" y="1298448"/>
            <a:ext cx="4405091" cy="3794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1109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instrument class, traced: the coaxial stage of the reproduction.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3766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Repo map: challenges/rodgers3/ (decks *.seq -&gt; rodgers3_seq.m, rodgers3.m, run_t3.m, run_s5_budget.m, run_s5_signed.m, PACKET.md) + templates/10_telescopes/offset_imager/ (the template) + design/src (oi_score, oi_clear) + tests (tRodgers3, tOffsetImager).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A2 — Read the truth, decode the conventions, gate the decode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conventions had to be established — each carries its own falsifier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3188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0495"/>
                <a:gridCol w="2479506"/>
                <a:gridCol w="263643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convention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decode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its gate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focal ratio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thicknesses, NOT stations: th4 −722.9 / th6 +740.8 mm -&gt; F/4.00004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stations misread gives F/4.95 — retracted in place; runner reads the .seq at runtime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reported statistic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MAX of the dense RMS-vs-field map (from the slides' own embedded plot metadata)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five rungs reproduce in [0.8, 1.25]x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basis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BornWolf, mode = C-index MINUS 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dropping the offset misses rung 5 by 2989x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decenters verbatim, tilt sense flipped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origin discriminant + map-shape check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stop aiming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native ChiefRayAiming at the stop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A/B vs Newton aiming: ≤ 0.04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1577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3238"/>
                <a:gridCol w="1603907"/>
                <a:gridCol w="1458097"/>
                <a:gridCol w="729048"/>
                <a:gridCol w="1020668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rung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reported nm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reproduced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ratio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157.74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8810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9664.11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166.32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124.29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54.66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0220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reproduction is the licence for every comparison after it: same metric, same statistic, same sampling, both sides.  Nothing was tuned toward the reported values — the band IS the measurement.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3372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Claim of this slide: decode conventions, then GATE the decode with a falsifier that has teeth.  A convention without its negative control is a guess (r3_s0_report.txt carries the full caveat list).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B3 — The template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stages; first-order identities are re-derived every iterate, never penalized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298448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S1 · coaxial solve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first-order seed (EFL = EPD x F#, Petzval = 0), then conics + aspheres at the on-axis box</a:t>
            </a:r>
          </a:p>
        </p:txBody>
      </p:sp>
      <p:sp>
        <p:nvSpPr>
          <p:cNvPr id="5" name="Down Arrow 4"/>
          <p:cNvSpPr/>
          <p:nvPr/>
        </p:nvSpPr>
        <p:spPr>
          <a:xfrm>
            <a:off x="3232404" y="1993392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139696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S2 · the move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same mirrors at the offset box; only the focal plane follows</a:t>
            </a:r>
          </a:p>
        </p:txBody>
      </p:sp>
      <p:sp>
        <p:nvSpPr>
          <p:cNvPr id="7" name="Down Arrow 6"/>
          <p:cNvSpPr/>
          <p:nvPr/>
        </p:nvSpPr>
        <p:spPr>
          <a:xfrm>
            <a:off x="3232404" y="2834640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2980944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S3 · re-solve at the used field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symmetric surfaces re-solved at the offset, from the better of two starts</a:t>
            </a:r>
          </a:p>
        </p:txBody>
      </p:sp>
      <p:sp>
        <p:nvSpPr>
          <p:cNvPr id="9" name="Down Arrow 8"/>
          <p:cNvSpPr/>
          <p:nvPr/>
        </p:nvSpPr>
        <p:spPr>
          <a:xfrm>
            <a:off x="3232404" y="3675888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822191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S4 · tilt/decenter under constraints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exit direction + clearances enter the solve as residual rows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232404" y="4517136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1480" y="46634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S5 · Zernike departures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aspheres replaced; power pinned to the radii, tilt to the pointing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Identities enforced by construction: EFL exact at every iterate; Petzval zero in the symmetric stages; the stop pose re-derived (and BOUNDED — a degenerate pupil construction falls back to the pose that traced); the focal plane re-posed per stage.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Pinning doctrine: power belongs to the radii, tilt to the pointing — freeing them into the figure basis makes the solve fight its own pins (slide D12, counter b).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call runs the whole story: oi_story(params) = ladder + counters + report.  The challenge instance is run_t3.m — a thin wrapper that reads the .seq truth at runtime.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36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Template: templates/10_telescopes/offset_imager.  Every stage emits its deck (.in), figures, and a REPORT section — the records this deck is parsed from.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B4 — The solver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Per-ray residuals with vertex-radial scales; the solve set must be sized to the variables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Residuals are PER-RAY wavefront errors stacked over the solve fields — per-field RMS residuals stall: the scalar hides the gradient direction, and the table's S1 row is what per-ray recovers.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Natural scales are VERTEX-RADIAL: aspheres and Zernike-lMon terms are r^n about the vertex, so an offset beam's lever arm is |footprint centre| + its radius.  Footprint-centred radii under-scale r^8 by orders of magnitude and finite-difference steps then destroy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Damped Gauss–Newton with a chord (one Jacobian reused up to 3 accepted steps), trust-radius damping, and a plateau stop (&lt; 0.1%/iteration after warm-up).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SIZE THE SOLVE SET TO THE VARIABLES: 9 fields against 82 Zernike variables under-determines the solve — the solve set converges while the dense map stalls (measured on slide C11; 25 fields resolve it).  The dense map is always the score; the solve set is only what the optimizer sees.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7" cy="1314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1661"/>
                <a:gridCol w="553329"/>
                <a:gridCol w="829993"/>
                <a:gridCol w="2628313"/>
                <a:gridCol w="691661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vars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fields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start -&gt; qmean (nm)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iters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13462 -&gt; 23.7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25619 -&gt; 140.4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140 -&gt; 70.7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2150 -&gt; 35.0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275920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 the table: S5's 83 variables against 9 fields is the under-determined row — its dense-map stall and the fix are slide C11.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3322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Solver: oi_solve (template dir).  The qmean column is over the SOLVE set; headline numbers are always the dense map.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B5 — Constraints are rows, and drawings are gates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wall freezes; a hinge pays; a pierced hinge must go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exit-beam pin is an EQUALITY row (weighted residual), not a wall: a boolean wall freezes any stage that STARTS outside tolerance — the base Jacobian becomes all wall rows and no step can be evaluated.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Clearances: nine ordered beam-leg/obstacle pairs, per-field glass patches (footprint disks x1.15, or 1.15-scaled convex hulls), the FP counted as an obstacle, evaluated over the field box — the centre field alone misses edge-field blockage.  The SAME model is the solve's hinge rows and the report's gate.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 must test PIERCING exactly and return MINUS the penetration depth inside the glass.  Both halves were learned the hard way: a 25-sample walk reported millimetres of clearance for beams THROUGH a mirror, and a zero-at-contact measure gives the optimizer no slope to climb out — the solve re-converges on the blocked design.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defect was caught by READING THE LAYOUT FIGURE against the gate, not by any number.  Hardware drawings are gates, not illustrations.</a:t>
            </a:r>
          </a:p>
        </p:txBody>
      </p:sp>
      <p:pic>
        <p:nvPicPr>
          <p:cNvPr id="5" name="Picture 4" descr="t4_s5_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265" y="1298448"/>
            <a:ext cx="5076029" cy="3537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8544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exhibit: a second instance's beams thread M1 and M2 while the sampled gate reported PASS.  The instance is retired; the measure is fixed and gated.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Measure: design/src/oi_clear (signed, piercing-exact, ray-paired; reference floors gated).  Full defect record: PACKET.md, 2026-08-21 addendum SSA.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B6 — Scoring and gates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Solve set != scoring set; gates carry a knee; two glass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reported number is the dense 11x11 map MAXIMUM under the cover's metric contract — the statistic the source study's own slides quote (decoded and gated on A2).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oi_gates: exit pin PASS at ≤ tolerance; clearance PASS at ≥ min(spec) − 1.5 mm (the hinge knee); WARN below the larger spec value.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glass models, one knob (P.clear_footprint): 'disk' (footprint centre + 1.15x radius — the model of record) and 'hull' (1.15-scaled convex hull — tighter on elongated off-axis patches).  The S4 design of record reads 34.1 mm under disk (confirmed at fine sampling) and 42.0 mm under hull.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solve must pay what the gate measures: hinge rows and report gates share the model and the knob.</a:t>
            </a:r>
          </a:p>
        </p:txBody>
      </p:sp>
      <p:pic>
        <p:nvPicPr>
          <p:cNvPr id="5" name="Picture 4" descr="r3t_s4_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7700" y="1298448"/>
            <a:ext cx="4521159" cy="3171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886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S4 field envelopes: the gate's geometry — every leg vs every mirror edge, over the field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9194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C7 — S1, the on-axis anchor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37.8 nm over the on-axis box (reported rung 1: 159)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is varied: conics + aspheres (radii through the EFL/Petzval closure).  What is held: packaging (from the .seq truth), the on-axis box.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solve runs 4x deeper than the source rung — depth that S2 will tax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Walk: oi_story(...) stage 1, or run_t3() for the challenge instance verbatim.</a:t>
            </a:r>
          </a:p>
        </p:txBody>
      </p:sp>
      <p:pic>
        <p:nvPicPr>
          <p:cNvPr id="5" name="Picture 4" descr="r3t_s1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5719" y="1298448"/>
            <a:ext cx="3625121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S1 map: 37.8 nm max; avg 25.8.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  S1–S3 are unconstrained; clearance floors are reported for context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C8 — S2, the disaster is the pedagogy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303,586 nm when the box moves 22° with the design frozen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Only the focal plane may follow (tilt/focus refit).  The cost: 37.8 -&gt; 303,586 nm — 34x the reported 8810, because the deeper on-axis optimum pays proportionally more off axis.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rung measures the S1 DESIGN as much as the offset: harder-tuned aspheres fall harder.  Expect your own S2 to scale with your S1 depth, not with the reported value.</a:t>
            </a:r>
          </a:p>
        </p:txBody>
      </p:sp>
      <p:pic>
        <p:nvPicPr>
          <p:cNvPr id="5" name="Picture 4" descr="r3t_s2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8708" y="1298448"/>
            <a:ext cx="3599142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S2 map: the price of moving the box with the design frozen.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C9 — S3, re-solve at the used field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252.0 nm (reported: 168) — from the better of TWO starts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two-candidate start is load-bearing: at a large offset the on-axis-optimized aspheres are poison (25.6 µm for the fresh Petzval-flat spheres vs far worse for the carry), but at a MILD offset the carry wins — score both at the used field, start from the winner.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Conic migration under the bias doctrine (solve at the used field): K1 -2.42 -&gt; 1.44 (oblate class).  Expect sign flips; they are the doctrine working, not an error.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stop pose is constructed ONCE at stage entry and frozen; from here the stop decenter is a solve variable driven by the exit row.</a:t>
            </a:r>
          </a:p>
        </p:txBody>
      </p:sp>
      <p:pic>
        <p:nvPicPr>
          <p:cNvPr id="5" name="Picture 4" descr="r3t_s3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6568" y="1298448"/>
            <a:ext cx="3783423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S3 map: re-solved at the offset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C10 — S4, buildability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113.6 nm at a 34.1 mm floor (confirmed) vs the reported 117 at ≥ 35 — 0.97x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Unconstrained, tilt/decenter reach 58.3 nm — with the M3-to-FP beam through M2's patch.  Not buildable; the map alone cannot tell you.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clearance rows paying the nine-pair model: 113.6 nm at 34.1 mm (42.0 mm under the hull model).  Two toolchains, same constraint, same answer to 3% — and the constraint's measured price is 1.9x in WFE.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Exit chief within 0.03° of horizontal at every stage (the equality row, not a wall).</a:t>
            </a:r>
          </a:p>
        </p:txBody>
      </p:sp>
      <p:pic>
        <p:nvPicPr>
          <p:cNvPr id="5" name="Picture 4" descr="r3t_s4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783" y="1298448"/>
            <a:ext cx="3636993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S4 map: 113.6 nm max over the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  The floor is fine-sampling-CONFIRMED under the fixed measure (addendum SSA).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C11 — S5, diagnosed then beaten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gap to the reported 53 was the solve-field count; matching it lands 45.4 nm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five-stage run closes at 118.2 nm — stalled at its S4 level, 83 variables against 9 solve fields.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controlled probes, all from the identical S4 seed (the printed start reproduces the record's 2150.1 nm — your re-walk should too):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07920"/>
          <a:ext cx="5806437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931"/>
                <a:gridCol w="696772"/>
                <a:gridCol w="1393545"/>
                <a:gridCol w="812901"/>
                <a:gridCol w="116128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fields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map max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true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S5 of record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(cap)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118.2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30.0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28.9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28.2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 (honest rows)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49 (plateau)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45.4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33.4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95439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Iterations are not the gap (A); fields are (B); with the fixed clearance rows the template lands 45.4 nm — 0.86x the reported 53 — at a floor 1.6 mm shy of the stated 35 (the rows bought back what the blind measure had conceded).</a:t>
            </a:r>
          </a:p>
        </p:txBody>
      </p:sp>
      <p:pic>
        <p:nvPicPr>
          <p:cNvPr id="7" name="Picture 6" descr="s5b_legC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570" y="1298448"/>
            <a:ext cx="3597418" cy="3154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honest re-solve (probe C): 45.4 nm max, true floor 33.4 mm.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  The of-record S5 clearance (34.6 mm recorded) retracts to 30.0 mm under the fixed measure — addendum SSB carries the whole 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D12 — Counter-designs bound the space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constraints, same budget: the sphere+Zernike start wins; releasing the pins chokes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(a) Sphere + Zernike from the start (no asphere heritage): 73.1 nm vs the heritage path's 118.2 — the heritage is a burden, not a head start.  The unconstrained variant (27.9 nm) did NOT survive buildability: always re-check a counter under the full constraint set.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(b) Power + y-tilt released into the Zernike basis: 1372.9 nm — the freed modes fight the jobs the pins already do.  No evidence the reported 53 is term-set-limited; affirmative evidence for the pinning doctrine.</a:t>
            </a:r>
          </a:p>
        </p:txBody>
      </p:sp>
      <p:pic>
        <p:nvPicPr>
          <p:cNvPr id="5" name="Picture 4" descr="r3t_ca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309" y="1298448"/>
            <a:ext cx="23459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Counter (a): 73.1 nm under the full constraint set.</a:t>
            </a:r>
          </a:p>
        </p:txBody>
      </p:sp>
      <p:pic>
        <p:nvPicPr>
          <p:cNvPr id="7" name="Picture 6" descr="r3t_cb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855" y="3639312"/>
            <a:ext cx="2438849" cy="2056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71449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Counter (b): 1373 nm — the solve chokes.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98017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D13 — The gate map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claim in this deck lives in a committed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3859"/>
                <a:gridCol w="2687155"/>
                <a:gridCol w="578771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claim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where it is gated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gate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five-rung reproduction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tests/tRodgers3.m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per-rung bands around [0.8, 1.25]x (coarsened 5x5 maps)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Zernike-basis decode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tRodgers3 negative control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C-offset dropped must miss by &gt; 100x (measured 2989x)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clearance measure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oi_clear reference floors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34.11 / S5 29.97 mm reproduce exactly post-change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template flow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tests/tOffsetImager.m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structural smoke: S1-S3 run and recover at reduced knobs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promotion/graphics layer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freeform suite group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128 pass / 0 fail on the merged tree (2026-08-21)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suite is the arbiter of "reproduced": if your re-walk passes the freeform group, you have the solution.  If a number drifts outside a band, the gate names the rung and the convention to re-check.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9798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Run: ./run_mmacos_tests.sh freeform (mmacos root).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E14 — The re-walk, verbatim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Four commands, their runtimes, and what "reproduced"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 mmacos_setup.m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rodgers3();        % Stage-0 gate ladder      (~40 min)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run_t3();          % template at the challenge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                 %   + counters             (~4 h)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run_s5_budget();   % probes A + B             (~8 h)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run_s5_signed();   % probe C, honest rows     (~4 h)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./run_mmacos_tests.sh freeform   % the arbiter (~1 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Artifacts land beside the runners: challenges/rodgers3/t3/ (decks, figures, REPORT), s5_budget/ (probe maps + .mat), and the packet quotes all of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"Reproduced" means: the five rungs inside their tRodgers3 bands; the probe-C start printing ~2150.1 nm (the seed self-check); the clearance reference floors to 0.01 mm; the suite green.  Map maxima are digit-stable on one engine build; across compilers expect round-off-level drift only.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figure in this deck regenerates from the committed .mats without re-solving (the deck generators parse the records — nothing is hand-typed).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F15 — Can a new user re-instance it without an agent?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Measured: FAIL — three attempts, three crashes, none past stage 2 of 5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an agent restricted to the COMMITTED docs (README, packet + addendum, function help) — no lore, no memory, no fixes — plays the new-user proxy at a fresh instance (EPD 150 mm, F/3.3, 15°x15° at 22.5°, clearances &gt; 40 / &gt; 25 mm, exit horizontal), envelope and seed left to the docs.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67712"/>
          <a:ext cx="5806438" cy="1685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6686"/>
                <a:gridCol w="3457767"/>
                <a:gridCol w="782890"/>
                <a:gridCol w="11090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attempt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envelope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reached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died 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2× rodgers3 (EPD ratio)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(20.9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oi_map_fig:43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1.65× rodgers3 (EFL ratio, the rescale the docs name)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(30.6 nm)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oi_layout_fig:140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attempt 2, stages=[1 3 4 5] (documented S2 skip)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(30.6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oi_map_fig:43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09994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optical root cause, in the packet's own words: the S1 solve runs far deeper than the source rung (20.9 / 30.6 nm vs the reported 159), and "the S2 rung measures the S1 design as much as the offset" — taken past the point where the offset box traces at all.  The docs NAME the mechanism and offer no guard, cap, or knob.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frictions to act on first (of 15, all in the committed report):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F7 — a dense-map headline can be computed from ONE surviving field point, with no warning: attempt 2's S2 printed [max 768194.5, avg 768194.5, std 0.0] — one finite point of 121; the failed fraction is never reported.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F8 — the flow proceeds from a design it has already scored as unusable: one check there converts three opaque crashes into one accurate sentence.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F1/F2 — the README's own run recipe errors on the path, and oi_story is undocumented outside its help.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F3/F4 — no documented way to choose the envelope, and seed_R1_m is load-bearing with nothing saying so.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F13 — the addendum's 25-solve-field lesson never reached the nsolve default or its help.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WORKED: the constraint conventions were guessable and the gates confirmed the guesses; the packet's t4 retraction kept the user out of the retired trap without opening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6845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Instrument: BRIEF_oi_unguided; deliverable: challenges/rodgers3/t5_unguided_REPORT.md (verbatim, committed).  A negative result is a valid result — this one prices the gap between "documented" and "actionable".  Acts 2 and 3 — the fixes, then the walk — next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F16 — The sequel: fix the frictions, then walk the 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walk lands 69.8 nm (8531x better); the endgame re-solve then closes the last gate at NEGATIVE cost — 47.1 nm at 30.9 mm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Act 2 — the REDEMPTION rerun (run_t5r): the same instance on the fixed template (S1 depth cap, INVALID-map honesty, sentinel refusal, graceful ray loss).  ZERO crashes, and every failure now diagnoses itself in one line: the capped S1 lands 74.9 nm, S2 prints "INVALID — 104/121 fields lost every ray", the exit gate says "unmeasurable" instead of dying.  But S3–S5 stall at ~596 µm with the beam 205 mm INSIDE the glass: a cold start at the full 15° box is outside the convergent basin.  Robustness redeemed; convergence not — and both counter-designs stall at the same level, so it is the basin, not the freedom path.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Act 3 — the WALK (oi_walk): solve an easy 5° box first (diffraction-limited, clears comfortably), then walk the box open toward the target, carrying each solved design as the next step's warm start.  Full freedom + all constraint rows at every step; every carried design is screened at the widened box before solving — it traced first try at every step: the basin moves smoothly with the box.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1577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626"/>
                <a:gridCol w="599440"/>
                <a:gridCol w="1198880"/>
                <a:gridCol w="999066"/>
                <a:gridCol w="2197946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map max (nm)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floor (mm)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5x5°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98.0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8x8°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67.4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11x11°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27.3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13x13°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40.0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24.6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15x15°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69.8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FAIL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0220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Exit PASS at every step — and the last-step clearance residual (17.8 vs 25 mm) CLOSED post-walk: the truer hull model reads the committed design at 28.7 mm (clears as-is), and a restart re-solve in the SAME envelope lands 47.1 nm at a 30.9 mm floor — better than the walk on both axes.  The final step had stopped at 6 iterations on the WFE-only plateau break; clearance was never blocking, just under-solved.</a:t>
            </a:r>
          </a:p>
        </p:txBody>
      </p:sp>
      <p:pic>
        <p:nvPicPr>
          <p:cNvPr id="7" name="Picture 6" descr="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9655" y="4387596"/>
            <a:ext cx="2017249" cy="17368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6142735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walked design at the full 15° box: 69.8 nm, floor 17.8 mm.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0841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the t5_redemption / t5_walk / t5_endgame REPORTs (offset_imager template dir); runners oi_walk.m + run_t5_endgame.m.  Every number: the cover contract.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F17 — Should mmacos embed an agent helper?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F15/F16 arc feeds both camps — that is 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FOR, from this arc: every defect found was a CONCEPTUAL coupling — a frame convention, a metric reference, a constraint model — that documentation had not prevented; agent-in-the-loop found and fixed each in hours.  And F15's one conceptual failure (S1 depth poisoning offset traceability) was DOCUMENTED and still not actionable — the case for advice AT CALL TIME ("your S1 is 8x deeper than the reference; expect the offset box to lose rays").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AGAINST, from the same arc: every fix COMPILED into a check — the prescription validator, the pose bound, the signed piercing measure, the gate map — and 13 of F15's 15 frictions compile the same way (guards, caps, doc lines; F8 is literally "one check converts three crashes into one sentence").  Compiled knowledge is inspectable, testable, maintenance-stable; a runtime assistant is none of those by default.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F16 sequel is itself an AGAINST exhibit: the continuation STRATEGY — agreed in one discussion — compiled into a runner (oi_walk.m), and the compiled walk then solved unattended the instance the cold start could not.  The walk itself is compiled knowledge.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is the line between knowledge compiled into checks and knowledge served by an assistant?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should a helper catch AT CALL TIME that a validator cannot?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Who maintains the helper's knowledge when the engine moves — and how is IT gated?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Would you trust a design whose constraint model was chosen by the assistant?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82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Discussion slide: questions are the deliverable.  The measured input: docs + gates did NOT carry an unassisted user through a COLD re-instance (F15); the compiled walk then did (F16) — most of the gap was compilable, and was compiled.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